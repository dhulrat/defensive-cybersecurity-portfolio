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Cybersecurity Awareness Session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Understanding Phishing Attacks &amp; Social Engineering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Presented by: Dhulwan Ratnayaka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dirty="0"/>
              <a:t>University Cybersecurity Awareness Activity</a:t>
            </a:r>
          </a:p>
        </p:txBody>
      </p:sp>
      <p:pic>
        <p:nvPicPr>
          <p:cNvPr id="4" name="Picture 3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Phishing?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Phishing is a cyberattack where attackers pretend to be trusted organisations.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Attackers attempt to steal passwords, banking details, or personal data.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One of the most common cyber threats affecting internet users.</a:t>
            </a:r>
          </a:p>
        </p:txBody>
      </p:sp>
      <p:pic>
        <p:nvPicPr>
          <p:cNvPr id="4" name="Picture 3" descr="phi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Phishing Is Effective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Attackers manipulate human psychology rather than technical systems.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Common emotional triggers include fear, urgency, trust, and curiosity.</a:t>
            </a:r>
          </a:p>
        </p:txBody>
      </p:sp>
      <p:pic>
        <p:nvPicPr>
          <p:cNvPr id="4" name="Picture 3" descr="psych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 Engineering Techniques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Urgency: “Your account will be suspended today.”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Authority: Pretending to be banks or government agencies.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Fear: Threatening penalties or account loss.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/>
              <a:t>Curiosity: Fake prizes or package notifications.</a:t>
            </a:r>
          </a:p>
        </p:txBody>
      </p:sp>
      <p:pic>
        <p:nvPicPr>
          <p:cNvPr id="4" name="Picture 3" descr="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Legitimate vs Phishing Emails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Legitimate emails usually contain professional language and secure links.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Phishing emails often include spelling mistakes and suspicious URLs.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Never provide passwords or verification codes through email.</a:t>
            </a:r>
          </a:p>
        </p:txBody>
      </p:sp>
      <p:pic>
        <p:nvPicPr>
          <p:cNvPr id="4" name="Picture 3" descr="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Spot the Red Flags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Check sender addresses carefully.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Hover over links before clicking.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Watch for urgent or threatening messages.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Avoid clicking unknown attachments.</a:t>
            </a:r>
          </a:p>
        </p:txBody>
      </p:sp>
      <p:pic>
        <p:nvPicPr>
          <p:cNvPr id="4" name="Picture 3" descr="red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Practical Demonstration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Demonstrated side-by-side examples of phishing and legitimate emails.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Explained fake login pages and suspicious URL structures.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Highlighted how attackers trick users into clicking malicious links.</a:t>
            </a:r>
          </a:p>
        </p:txBody>
      </p:sp>
      <p:pic>
        <p:nvPicPr>
          <p:cNvPr id="4" name="Picture 3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Interactive Quiz Activity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Participants reviewed five example emails.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4 out of 5 phishing emails were correctly identified.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Participants discussed why one message appeared convincing.</a:t>
            </a:r>
          </a:p>
        </p:txBody>
      </p:sp>
      <p:pic>
        <p:nvPicPr>
          <p:cNvPr id="4" name="Picture 3" descr="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Feedback &amp; Outcomes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Participants became more cautious with unexpected emails.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Some planned to change reused passwords.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Others enabled two-factor authentication (2FA).</a:t>
            </a:r>
          </a:p>
        </p:txBody>
      </p:sp>
      <p:pic>
        <p:nvPicPr>
          <p:cNvPr id="4" name="Picture 3" descr="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Cybersecurity Tips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Use strong unique passwords.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Enable two-factor authentication.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Verify suspicious emails before responding.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Keep devices and software updated.</a:t>
            </a:r>
          </a:p>
        </p:txBody>
      </p:sp>
      <p:pic>
        <p:nvPicPr>
          <p:cNvPr id="4" name="Picture 3" descr="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Cybersecurity awareness is important for everyone.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Understanding phishing reduces the risk of cybercrime.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900"/>
              <a:t>Thank You! Questions?</a:t>
            </a:r>
          </a:p>
        </p:txBody>
      </p:sp>
      <p:pic>
        <p:nvPicPr>
          <p:cNvPr id="4" name="Picture 3" descr="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2134552"/>
            <a:ext cx="5177790" cy="2588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310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Cybersecurity Awareness Session</vt:lpstr>
      <vt:lpstr>What Is Phishing?</vt:lpstr>
      <vt:lpstr>Why Phishing Is Effective</vt:lpstr>
      <vt:lpstr>Social Engineering Techniques</vt:lpstr>
      <vt:lpstr>Legitimate vs Phishing Emails</vt:lpstr>
      <vt:lpstr>Spot the Red Flags</vt:lpstr>
      <vt:lpstr>Practical Demonstration</vt:lpstr>
      <vt:lpstr>Interactive Quiz Activity</vt:lpstr>
      <vt:lpstr>Feedback &amp; Outcomes</vt:lpstr>
      <vt:lpstr>Key Cybersecurity Tips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Dhul Ratnayaka Ratnayaka Mudiyanselage (24518484)</cp:lastModifiedBy>
  <cp:revision>9</cp:revision>
  <dcterms:created xsi:type="dcterms:W3CDTF">2013-01-27T09:14:16Z</dcterms:created>
  <dcterms:modified xsi:type="dcterms:W3CDTF">2026-05-16T04:44:49Z</dcterms:modified>
  <cp:category/>
</cp:coreProperties>
</file>